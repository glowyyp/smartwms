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jZoKGgBSYKTaC3lSF5bXtIeK1u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6ab267bb3f6bb4f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h6ab267bb3f6bb4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h6ab267bb3f6bb4f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h6ab267bb3f6bb4ff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h6ab267bb3f6bb4f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h6ab267bb3f6bb4ff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9.png"/><Relationship Id="rId10" Type="http://schemas.openxmlformats.org/officeDocument/2006/relationships/image" Target="../media/image22.png"/><Relationship Id="rId13" Type="http://schemas.openxmlformats.org/officeDocument/2006/relationships/image" Target="../media/image33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9" Type="http://schemas.openxmlformats.org/officeDocument/2006/relationships/image" Target="../media/image25.png"/><Relationship Id="rId15" Type="http://schemas.openxmlformats.org/officeDocument/2006/relationships/image" Target="../media/image23.png"/><Relationship Id="rId14" Type="http://schemas.openxmlformats.org/officeDocument/2006/relationships/image" Target="../media/image24.png"/><Relationship Id="rId5" Type="http://schemas.openxmlformats.org/officeDocument/2006/relationships/image" Target="../media/image18.png"/><Relationship Id="rId6" Type="http://schemas.openxmlformats.org/officeDocument/2006/relationships/image" Target="../media/image8.png"/><Relationship Id="rId7" Type="http://schemas.openxmlformats.org/officeDocument/2006/relationships/image" Target="../media/image10.png"/><Relationship Id="rId8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57230"/>
            <a:ext cx="12192000" cy="6000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901910">
            <a:off x="5267567" y="4450278"/>
            <a:ext cx="109362" cy="13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943" y="893439"/>
            <a:ext cx="11212286" cy="5908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16623"/>
            <a:ext cx="12192000" cy="5929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1743" y="918973"/>
            <a:ext cx="10548257" cy="5638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568" y="860873"/>
            <a:ext cx="11002546" cy="575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886" y="959126"/>
            <a:ext cx="11167449" cy="5681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2628" y="889575"/>
            <a:ext cx="10406743" cy="5763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867567"/>
            <a:ext cx="11016343" cy="5881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h6ab267bb3f6bb4f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00" y="981425"/>
            <a:ext cx="12035599" cy="5876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h6ab267bb3f6bb4ff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3825" y="1129050"/>
            <a:ext cx="303847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h6ab267bb3f6bb4ff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1538" y="1452900"/>
            <a:ext cx="154305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525" y="848975"/>
            <a:ext cx="9858375" cy="573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50" y="880900"/>
            <a:ext cx="12085875" cy="593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/>
          <p:nvPr/>
        </p:nvSpPr>
        <p:spPr>
          <a:xfrm>
            <a:off x="3475571" y="4699873"/>
            <a:ext cx="3080657" cy="2052873"/>
          </a:xfrm>
          <a:prstGeom prst="rect">
            <a:avLst/>
          </a:prstGeom>
          <a:solidFill>
            <a:srgbClr val="92D050"/>
          </a:solidFill>
          <a:ln cap="flat" cmpd="sng" w="25400">
            <a:solidFill>
              <a:srgbClr val="2641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133318" y="3881895"/>
            <a:ext cx="3080657" cy="2870851"/>
          </a:xfrm>
          <a:prstGeom prst="rect">
            <a:avLst/>
          </a:prstGeom>
          <a:solidFill>
            <a:srgbClr val="1E4E79"/>
          </a:solidFill>
          <a:ln cap="flat" cmpd="sng" w="25400">
            <a:solidFill>
              <a:srgbClr val="2641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10030442" y="3610417"/>
            <a:ext cx="2028240" cy="3178628"/>
          </a:xfrm>
          <a:prstGeom prst="rect">
            <a:avLst/>
          </a:prstGeom>
          <a:solidFill>
            <a:srgbClr val="2E75B5"/>
          </a:solidFill>
          <a:ln cap="flat" cmpd="sng" w="25400">
            <a:solidFill>
              <a:srgbClr val="2641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6805459" y="2645775"/>
            <a:ext cx="3080657" cy="3178628"/>
          </a:xfrm>
          <a:prstGeom prst="rect">
            <a:avLst/>
          </a:prstGeom>
          <a:solidFill>
            <a:srgbClr val="9CC2E5"/>
          </a:solidFill>
          <a:ln cap="flat" cmpd="sng" w="25400">
            <a:solidFill>
              <a:srgbClr val="2641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3482949" y="1414636"/>
            <a:ext cx="3080657" cy="3178628"/>
          </a:xfrm>
          <a:prstGeom prst="rect">
            <a:avLst/>
          </a:prstGeom>
          <a:solidFill>
            <a:srgbClr val="BBD6EE"/>
          </a:solidFill>
          <a:ln cap="flat" cmpd="sng" w="25400">
            <a:solidFill>
              <a:srgbClr val="2641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133318" y="537062"/>
            <a:ext cx="3080657" cy="3178628"/>
          </a:xfrm>
          <a:prstGeom prst="rect">
            <a:avLst/>
          </a:prstGeom>
          <a:solidFill>
            <a:srgbClr val="DDEAF6"/>
          </a:solidFill>
          <a:ln cap="flat" cmpd="sng" w="25400">
            <a:solidFill>
              <a:srgbClr val="2641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8042" y="1978427"/>
            <a:ext cx="1490469" cy="571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292" y="1205579"/>
            <a:ext cx="958899" cy="920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3647" y="1205579"/>
            <a:ext cx="1181161" cy="952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6966" y="2803914"/>
            <a:ext cx="1352620" cy="400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57583" y="3102403"/>
            <a:ext cx="1397072" cy="533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43838" y="3860463"/>
            <a:ext cx="1386459" cy="533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304239" y="3928628"/>
            <a:ext cx="1423387" cy="1686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7722" y="4028219"/>
            <a:ext cx="1358970" cy="825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38230" y="4891826"/>
            <a:ext cx="1064344" cy="1064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576371" y="4983086"/>
            <a:ext cx="899459" cy="881823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9"/>
          <p:cNvSpPr txBox="1"/>
          <p:nvPr/>
        </p:nvSpPr>
        <p:spPr>
          <a:xfrm>
            <a:off x="402292" y="2452834"/>
            <a:ext cx="27096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ENTORNO DESARROLLO Y CONTROL DE VERSIONES</a:t>
            </a:r>
            <a:endParaRPr/>
          </a:p>
        </p:txBody>
      </p:sp>
      <p:sp>
        <p:nvSpPr>
          <p:cNvPr id="159" name="Google Shape;159;p9"/>
          <p:cNvSpPr txBox="1"/>
          <p:nvPr/>
        </p:nvSpPr>
        <p:spPr>
          <a:xfrm>
            <a:off x="4346966" y="3654016"/>
            <a:ext cx="119790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/>
          </a:p>
        </p:txBody>
      </p:sp>
      <p:sp>
        <p:nvSpPr>
          <p:cNvPr id="160" name="Google Shape;160;p9"/>
          <p:cNvSpPr txBox="1"/>
          <p:nvPr/>
        </p:nvSpPr>
        <p:spPr>
          <a:xfrm>
            <a:off x="7757165" y="4699873"/>
            <a:ext cx="119790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/>
          </a:p>
        </p:txBody>
      </p:sp>
      <p:sp>
        <p:nvSpPr>
          <p:cNvPr id="161" name="Google Shape;161;p9"/>
          <p:cNvSpPr txBox="1"/>
          <p:nvPr/>
        </p:nvSpPr>
        <p:spPr>
          <a:xfrm>
            <a:off x="10178144" y="5869209"/>
            <a:ext cx="168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DE DATOS NATIVO IA</a:t>
            </a:r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238229" y="6085495"/>
            <a:ext cx="27117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INFRAESTRUCTURA CLOUD</a:t>
            </a:r>
            <a:endParaRPr/>
          </a:p>
        </p:txBody>
      </p:sp>
      <p:pic>
        <p:nvPicPr>
          <p:cNvPr id="163" name="Google Shape;163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754697" y="4858852"/>
            <a:ext cx="1111307" cy="78744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9"/>
          <p:cNvSpPr txBox="1"/>
          <p:nvPr/>
        </p:nvSpPr>
        <p:spPr>
          <a:xfrm>
            <a:off x="3960376" y="6065408"/>
            <a:ext cx="199815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DESARROLLO IoT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197640" y="4853006"/>
            <a:ext cx="898360" cy="971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358699" y="800365"/>
            <a:ext cx="3834986" cy="1357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24493"/>
            <a:ext cx="12192000" cy="5915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75" y="1304575"/>
            <a:ext cx="12144124" cy="506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" y="847275"/>
            <a:ext cx="12077700" cy="59831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" y="794898"/>
            <a:ext cx="11830050" cy="6088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 txBox="1"/>
          <p:nvPr/>
        </p:nvSpPr>
        <p:spPr>
          <a:xfrm>
            <a:off x="1154429" y="434896"/>
            <a:ext cx="9406891" cy="1369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Hoja de Ruta del Producto (Agile Roadmap) - SmartWMS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L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Período: 04/09/2026 al 11/12/2026 (16 Semanas)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L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Organización: DUOC UC (Proyecto de Título)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L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Cliente: Sponsor / Gerencia General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L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Dueño del producto (Owner): Jefe de Bodega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L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Scrum Master: Jefe de Proyecto</a:t>
            </a:r>
            <a:endParaRPr/>
          </a:p>
        </p:txBody>
      </p:sp>
      <p:pic>
        <p:nvPicPr>
          <p:cNvPr id="192" name="Google Shape;19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1" y="1804502"/>
            <a:ext cx="12077700" cy="4859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743" y="908204"/>
            <a:ext cx="11985171" cy="5930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h6ab267bb3f6bb4ff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7800" y="1330100"/>
            <a:ext cx="7827450" cy="438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h6ab267bb3f6bb4ff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6325" y="863325"/>
            <a:ext cx="7360676" cy="561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h6ab267bb3f6bb4ff_0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4551" y="755625"/>
            <a:ext cx="2324100" cy="70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1826" y="866970"/>
            <a:ext cx="12213826" cy="5991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
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71" r:id="rId13"/>
    <p:sldId id="265" r:id="rId14"/>
    <p:sldId id="266" r:id="rId15"/>
    <p:sldId id="272" r:id="rId16"/>
    <p:sldId id="267" r:id="rId17"/>
    <p:sldId id="268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ic1soHKAhhrwfkVdiTRxgJRy0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658E11-A916-BC1F-4BF4-74BCF0F0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>
            <a:extLst>
              <a:ext uri="{FF2B5EF4-FFF2-40B4-BE49-F238E27FC236}">
                <a16:creationId xmlns:a16="http://schemas.microsoft.com/office/drawing/2014/main" id="{7A32A79C-1F43-2DC5-C7B9-D1EADEC46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5:notes">
            <a:extLst>
              <a:ext uri="{FF2B5EF4-FFF2-40B4-BE49-F238E27FC236}">
                <a16:creationId xmlns:a16="http://schemas.microsoft.com/office/drawing/2014/main" id="{2A8B4E50-BDC4-9FC4-623E-A77E3AD00C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8351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31C6476-4EEF-DE24-3F00-D5B16079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>
            <a:extLst>
              <a:ext uri="{FF2B5EF4-FFF2-40B4-BE49-F238E27FC236}">
                <a16:creationId xmlns:a16="http://schemas.microsoft.com/office/drawing/2014/main" id="{F7343DDC-8D1A-2371-E6FD-70B4E99A9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5:notes">
            <a:extLst>
              <a:ext uri="{FF2B5EF4-FFF2-40B4-BE49-F238E27FC236}">
                <a16:creationId xmlns:a16="http://schemas.microsoft.com/office/drawing/2014/main" id="{1AE40BCC-213F-21DD-78A0-69A1D2E43C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7240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E6D82968-BCE0-D297-E742-32164B2F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>
            <a:extLst>
              <a:ext uri="{FF2B5EF4-FFF2-40B4-BE49-F238E27FC236}">
                <a16:creationId xmlns:a16="http://schemas.microsoft.com/office/drawing/2014/main" id="{35273DE9-C830-E514-4218-8E7DC69ACC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1:notes">
            <a:extLst>
              <a:ext uri="{FF2B5EF4-FFF2-40B4-BE49-F238E27FC236}">
                <a16:creationId xmlns:a16="http://schemas.microsoft.com/office/drawing/2014/main" id="{E4517D3A-6F09-DB39-092D-9F406EF74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1037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36CF5BD5-10A3-CEA0-0783-BFF1A1B5C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>
            <a:extLst>
              <a:ext uri="{FF2B5EF4-FFF2-40B4-BE49-F238E27FC236}">
                <a16:creationId xmlns:a16="http://schemas.microsoft.com/office/drawing/2014/main" id="{11383424-7FB5-5D7C-468B-D8AB5544B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1:notes">
            <a:extLst>
              <a:ext uri="{FF2B5EF4-FFF2-40B4-BE49-F238E27FC236}">
                <a16:creationId xmlns:a16="http://schemas.microsoft.com/office/drawing/2014/main" id="{AFDAEB33-3D59-8285-C5F0-AC012F8C8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8900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2F845392-170D-2005-BD6D-71040734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>
            <a:extLst>
              <a:ext uri="{FF2B5EF4-FFF2-40B4-BE49-F238E27FC236}">
                <a16:creationId xmlns:a16="http://schemas.microsoft.com/office/drawing/2014/main" id="{07E06CE8-D03F-3FDB-674B-4F0537370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13:notes">
            <a:extLst>
              <a:ext uri="{FF2B5EF4-FFF2-40B4-BE49-F238E27FC236}">
                <a16:creationId xmlns:a16="http://schemas.microsoft.com/office/drawing/2014/main" id="{21030C05-CBB2-2DDF-FCDB-77F2A7456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390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2707D80-FB66-D4FD-1551-409DFB341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30"/>
            <a:ext cx="12192000" cy="6000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F06112F-A6CD-C59C-81CE-C9FA437EE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3" y="893439"/>
            <a:ext cx="11212286" cy="5908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E55003-DC38-8090-F866-1397C82E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6623"/>
            <a:ext cx="12192000" cy="5929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D3B00A8-E761-2415-208E-764EAD419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43" y="918973"/>
            <a:ext cx="10548257" cy="56389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F0DC9E9-17A0-6722-9484-7B3B8FD2B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8" y="860873"/>
            <a:ext cx="11002546" cy="57554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6098BD8-83A8-8D27-EECA-1ED67F76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2981D61-F6F0-32BC-962C-2C61BE200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86" y="959126"/>
            <a:ext cx="11167449" cy="56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4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E49EEE7-A32A-3F1D-EF4F-B25C491F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DF4E53E-B432-D377-46FB-60ACD129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28" y="889575"/>
            <a:ext cx="10406743" cy="576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52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FA0240-A166-8488-4CB4-8010F7708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67567"/>
            <a:ext cx="11016343" cy="5881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4D88F02-CADA-F4C2-1AEB-F9F1562A0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7" y="871507"/>
            <a:ext cx="8273142" cy="58998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6479CD7-5AE8-85B9-B7C1-5193EFC12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6" y="912381"/>
            <a:ext cx="11952514" cy="59018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95232BA4-1357-4ADA-AEB5-214BA7E5D162}"/>
              </a:ext>
            </a:extLst>
          </p:cNvPr>
          <p:cNvSpPr/>
          <p:nvPr/>
        </p:nvSpPr>
        <p:spPr>
          <a:xfrm>
            <a:off x="3475571" y="4699873"/>
            <a:ext cx="3080657" cy="205287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74CBBA2-8512-EA74-8829-F6015E786D3A}"/>
              </a:ext>
            </a:extLst>
          </p:cNvPr>
          <p:cNvSpPr/>
          <p:nvPr/>
        </p:nvSpPr>
        <p:spPr>
          <a:xfrm>
            <a:off x="133318" y="3881895"/>
            <a:ext cx="3080657" cy="287085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02DCF21-44FF-700A-FE99-C59347524C25}"/>
              </a:ext>
            </a:extLst>
          </p:cNvPr>
          <p:cNvSpPr/>
          <p:nvPr/>
        </p:nvSpPr>
        <p:spPr>
          <a:xfrm>
            <a:off x="10030442" y="3610417"/>
            <a:ext cx="2028240" cy="31786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13DB30A-050B-C39C-3D71-7C6B526C23C4}"/>
              </a:ext>
            </a:extLst>
          </p:cNvPr>
          <p:cNvSpPr/>
          <p:nvPr/>
        </p:nvSpPr>
        <p:spPr>
          <a:xfrm>
            <a:off x="6805459" y="2645775"/>
            <a:ext cx="3080657" cy="31786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EF6AB11-8BDC-F499-6079-5311A7013AAD}"/>
              </a:ext>
            </a:extLst>
          </p:cNvPr>
          <p:cNvSpPr/>
          <p:nvPr/>
        </p:nvSpPr>
        <p:spPr>
          <a:xfrm>
            <a:off x="3482949" y="1414636"/>
            <a:ext cx="3080657" cy="31786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AC31CA3-2DB6-C60A-D74A-2FCA2C74E0B6}"/>
              </a:ext>
            </a:extLst>
          </p:cNvPr>
          <p:cNvSpPr/>
          <p:nvPr/>
        </p:nvSpPr>
        <p:spPr>
          <a:xfrm>
            <a:off x="133318" y="537062"/>
            <a:ext cx="3080657" cy="317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8C867F-0FBD-BCE9-6CC8-CADA4D2F0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042" y="1978427"/>
            <a:ext cx="1490469" cy="5715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988259B-9EF8-4129-6618-2178B248A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92" y="1205579"/>
            <a:ext cx="958899" cy="9207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E8A24F-4B10-9346-C29E-94444D978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647" y="1205579"/>
            <a:ext cx="1181161" cy="9525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4E9D8D2-31A4-5460-C206-B123EDAA3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966" y="2803914"/>
            <a:ext cx="1352620" cy="40007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20DF06F-19E4-A5EB-C4BA-648E406B3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7583" y="3102403"/>
            <a:ext cx="1397072" cy="53342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B20CD4E-D74E-A058-6EE8-8045BCEBFF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3838" y="3860463"/>
            <a:ext cx="1386459" cy="53342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8F2FC48-BDEC-1E4C-22F3-68B4259319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4239" y="3928628"/>
            <a:ext cx="1423387" cy="168616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B29F2FA-B2ED-0B95-BE04-D74AD250E6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722" y="4028219"/>
            <a:ext cx="1358970" cy="82554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24054E3-D12A-C2C9-BB6D-AB7D258AAD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230" y="4891826"/>
            <a:ext cx="1064344" cy="106434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2E1B283A-00F3-6A77-1777-400E449729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6371" y="4983086"/>
            <a:ext cx="899459" cy="881823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A360B6ED-5C3D-9DAD-3106-A0AFAEE7BB97}"/>
              </a:ext>
            </a:extLst>
          </p:cNvPr>
          <p:cNvSpPr txBox="1"/>
          <p:nvPr/>
        </p:nvSpPr>
        <p:spPr>
          <a:xfrm>
            <a:off x="402292" y="2452834"/>
            <a:ext cx="2709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Amasis MT Pro Medium" panose="02040604050005020304" pitchFamily="18" charset="0"/>
              </a:rPr>
              <a:t>ENTORNO DESARROLLO Y CONTROL DE VERSIONES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27A9DB2-C97C-87C1-F77B-BF7F92E6EE58}"/>
              </a:ext>
            </a:extLst>
          </p:cNvPr>
          <p:cNvSpPr txBox="1"/>
          <p:nvPr/>
        </p:nvSpPr>
        <p:spPr>
          <a:xfrm>
            <a:off x="4346966" y="3654016"/>
            <a:ext cx="1197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Aptos Slab Black" panose="020F0502020204030204" pitchFamily="34" charset="0"/>
              </a:rPr>
              <a:t>BACKEND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D807DC0-3C29-FE4B-4898-D199E493A0C5}"/>
              </a:ext>
            </a:extLst>
          </p:cNvPr>
          <p:cNvSpPr txBox="1"/>
          <p:nvPr/>
        </p:nvSpPr>
        <p:spPr>
          <a:xfrm>
            <a:off x="7757165" y="4699873"/>
            <a:ext cx="1197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Aptos Slab Black" panose="020B0004020202020204" pitchFamily="34" charset="0"/>
              </a:rPr>
              <a:t>FRONTEND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839FF4A-6F5A-84BD-B995-7BB1920E2096}"/>
              </a:ext>
            </a:extLst>
          </p:cNvPr>
          <p:cNvSpPr txBox="1"/>
          <p:nvPr/>
        </p:nvSpPr>
        <p:spPr>
          <a:xfrm>
            <a:off x="10178144" y="5869209"/>
            <a:ext cx="1684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Aptos Slab Black" panose="020B0004020202020204" pitchFamily="34" charset="0"/>
              </a:rPr>
              <a:t>BASE DE DATOS NATIVO IA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138B29E-BAE9-62A6-CA08-CB7E7A087C9C}"/>
              </a:ext>
            </a:extLst>
          </p:cNvPr>
          <p:cNvSpPr txBox="1"/>
          <p:nvPr/>
        </p:nvSpPr>
        <p:spPr>
          <a:xfrm>
            <a:off x="238229" y="6085495"/>
            <a:ext cx="271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bg1"/>
                </a:solidFill>
                <a:latin typeface="Aptos Slab Black" panose="020B0004020202020204" pitchFamily="34" charset="0"/>
              </a:rPr>
              <a:t>INFRAESTRUCTURA CLOUD</a:t>
            </a:r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B612E767-7D9E-B89D-2561-F4896FEA3F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54697" y="4858852"/>
            <a:ext cx="1111307" cy="78744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2A131A9D-1180-9956-3516-B902399FFA89}"/>
              </a:ext>
            </a:extLst>
          </p:cNvPr>
          <p:cNvSpPr txBox="1"/>
          <p:nvPr/>
        </p:nvSpPr>
        <p:spPr>
          <a:xfrm>
            <a:off x="3960376" y="6065408"/>
            <a:ext cx="199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Aptos Slab Black" panose="020B0004020202020204" pitchFamily="34" charset="0"/>
              </a:rPr>
              <a:t>DESARROLLO </a:t>
            </a:r>
            <a:r>
              <a:rPr lang="es-CL" b="1" dirty="0" err="1">
                <a:latin typeface="Aptos Slab Black" panose="020B0004020202020204" pitchFamily="34" charset="0"/>
              </a:rPr>
              <a:t>IoT</a:t>
            </a:r>
            <a:endParaRPr lang="es-CL" b="1" dirty="0">
              <a:latin typeface="Aptos Slab Black" panose="020B0004020202020204" pitchFamily="34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6D1506B7-B996-8C5D-2871-F527C5AEFE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7640" y="4853006"/>
            <a:ext cx="898360" cy="971397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AACCD795-744D-B8A3-AE55-492D7371D2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58699" y="800365"/>
            <a:ext cx="3834986" cy="1357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A57F5FF8-045F-45C0-292B-0BD6A93B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FF04988-7645-E982-AEA1-FBBF2A2F7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5" y="800381"/>
            <a:ext cx="9764485" cy="592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54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C261AF-14B5-06B6-6E14-65DBA9C36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" y="794898"/>
            <a:ext cx="11830050" cy="6088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51CA68-4826-1C7D-58F8-B60A96AD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4493"/>
            <a:ext cx="12192000" cy="59152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1B0F9580-095D-10B7-C819-89FF86C4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568EF5-4CFD-6B52-DF46-F5D446780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847275"/>
            <a:ext cx="12077700" cy="598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8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98BA3EDC-A253-38D4-FB19-42F7C9BA3E8C}"/>
              </a:ext>
            </a:extLst>
          </p:cNvPr>
          <p:cNvSpPr txBox="1"/>
          <p:nvPr/>
        </p:nvSpPr>
        <p:spPr>
          <a:xfrm>
            <a:off x="1154429" y="434896"/>
            <a:ext cx="9406891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V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dirty="0"/>
          </a:p>
          <a:p>
            <a:pPr>
              <a:defRPr sz="2400" b="1">
                <a:solidFill>
                  <a:srgbClr val="0056B3"/>
                </a:solidFill>
              </a:defRPr>
            </a:pPr>
            <a:r>
              <a:rPr dirty="0"/>
              <a:t>Hoja de Ruta del </a:t>
            </a:r>
            <a:r>
              <a:rPr dirty="0" err="1"/>
              <a:t>Producto</a:t>
            </a:r>
            <a:r>
              <a:rPr dirty="0"/>
              <a:t> (Agile Roadmap) - </a:t>
            </a:r>
            <a:r>
              <a:rPr dirty="0" err="1"/>
              <a:t>SmartWMS</a:t>
            </a:r>
            <a:endParaRPr dirty="0"/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 b="1" i="1" dirty="0" err="1"/>
              <a:t>Período</a:t>
            </a:r>
            <a:r>
              <a:rPr sz="900" b="1" i="1" dirty="0"/>
              <a:t>: 04/09/2026 al 11/12/2026 (16 Semanas)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 b="1" i="1" dirty="0"/>
              <a:t>Organización: DUOC UC (Proyecto de </a:t>
            </a:r>
            <a:r>
              <a:rPr sz="900" b="1" i="1" dirty="0" err="1"/>
              <a:t>Título</a:t>
            </a:r>
            <a:r>
              <a:rPr sz="900" b="1" i="1" dirty="0"/>
              <a:t>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 b="1" i="1" dirty="0" err="1"/>
              <a:t>Cliente</a:t>
            </a:r>
            <a:r>
              <a:rPr sz="900" b="1" i="1" dirty="0"/>
              <a:t>: Sponsor / </a:t>
            </a:r>
            <a:r>
              <a:rPr sz="900" b="1" i="1" dirty="0" err="1"/>
              <a:t>Gerencia</a:t>
            </a:r>
            <a:r>
              <a:rPr sz="900" b="1" i="1" dirty="0"/>
              <a:t> General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 b="1" i="1" dirty="0"/>
              <a:t>Dueño del </a:t>
            </a:r>
            <a:r>
              <a:rPr sz="900" b="1" i="1" dirty="0" err="1"/>
              <a:t>producto</a:t>
            </a:r>
            <a:r>
              <a:rPr sz="900" b="1" i="1" dirty="0"/>
              <a:t> (Owner): Jefe de Bodega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 b="1" i="1" dirty="0"/>
              <a:t>Scrum Master: Jefe de Proyecto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63D1EDD9-5F3A-70B6-1AC9-3B6EEDD0F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1" y="1804502"/>
            <a:ext cx="12077700" cy="48591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DDA098E-6DEE-4B61-B4F9-41655F311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3" y="908204"/>
            <a:ext cx="11985171" cy="5930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8B918A7-8F78-BF1C-80F5-AB8EDA14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280D10-6B3D-1C14-60C5-5F726A00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26" y="866970"/>
            <a:ext cx="12213826" cy="599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942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</Words>
  <Application>Microsoft Office PowerPoint</Application>
  <PresentationFormat>Panorámica</PresentationFormat>
  <Paragraphs>13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Amasis MT Pro Medium</vt:lpstr>
      <vt:lpstr>Aptos Slab Black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ARTURO CASTRO GONZÁLEZ</cp:lastModifiedBy>
  <cp:revision>2</cp:revision>
  <dcterms:modified xsi:type="dcterms:W3CDTF">2026-09-04T18:51:27Z</dcterms:modified>
</cp:coreProperties>
</file>